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"/>
  </p:notesMasterIdLst>
  <p:sldIdLst>
    <p:sldId id="256" r:id="rId2"/>
    <p:sldId id="259" r:id="rId3"/>
    <p:sldId id="257" r:id="rId4"/>
    <p:sldId id="258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emego Nwokolo" userId="11124369-45c7-4591-a717-68a23c33604e" providerId="ADAL" clId="{2309A246-C119-454B-ACA8-CD0FA9566E57}"/>
    <pc:docChg chg="modSld">
      <pc:chgData name="Chiemego Nwokolo" userId="11124369-45c7-4591-a717-68a23c33604e" providerId="ADAL" clId="{2309A246-C119-454B-ACA8-CD0FA9566E57}" dt="2025-12-05T16:27:01.895" v="9" actId="20577"/>
      <pc:docMkLst>
        <pc:docMk/>
      </pc:docMkLst>
      <pc:sldChg chg="modSp mod">
        <pc:chgData name="Chiemego Nwokolo" userId="11124369-45c7-4591-a717-68a23c33604e" providerId="ADAL" clId="{2309A246-C119-454B-ACA8-CD0FA9566E57}" dt="2025-12-05T16:27:01.895" v="9" actId="20577"/>
        <pc:sldMkLst>
          <pc:docMk/>
          <pc:sldMk cId="442132967" sldId="261"/>
        </pc:sldMkLst>
        <pc:spChg chg="mod">
          <ac:chgData name="Chiemego Nwokolo" userId="11124369-45c7-4591-a717-68a23c33604e" providerId="ADAL" clId="{2309A246-C119-454B-ACA8-CD0FA9566E57}" dt="2025-12-05T16:27:01.895" v="9" actId="20577"/>
          <ac:spMkLst>
            <pc:docMk/>
            <pc:sldMk cId="442132967" sldId="261"/>
            <ac:spMk id="2" creationId="{95198432-0B55-0D3B-FDEF-9D244CE8EA0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37B48A-AA22-4E55-A968-826D7CE88D94}" type="datetimeFigureOut">
              <a:rPr lang="en-CA" smtClean="0"/>
              <a:t>2025-12-05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133CC1-F063-43E8-85CD-3173574740D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612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roup-h.softsys.ca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>
                <a:hlinkClick r:id="rId3"/>
              </a:rPr>
              <a:t>-</a:t>
            </a:r>
            <a:r>
              <a:rPr lang="en-CA" dirty="0"/>
              <a:t>https://group-h.softsys.ca/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33CC1-F063-43E8-85CD-3173574740DD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7556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210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34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109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90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845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947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43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210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5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925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27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266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roup-h.softsys.ca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993C5194-A2FA-F465-3738-29614F31BB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29046" b="1981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FBAAD93-7DE6-47D1-3609-446AE138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B32959-0983-9C9A-E0A2-0B0CF6672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5736" y="908651"/>
            <a:ext cx="4754880" cy="4171779"/>
          </a:xfrm>
        </p:spPr>
        <p:txBody>
          <a:bodyPr anchor="t">
            <a:normAutofit/>
          </a:bodyPr>
          <a:lstStyle/>
          <a:p>
            <a:r>
              <a:rPr lang="en-CA" sz="6000" dirty="0"/>
              <a:t>ENSE 271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CC73D-FAAE-B40B-2746-F35CAD59E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5736" y="5216955"/>
            <a:ext cx="4754880" cy="1003638"/>
          </a:xfrm>
        </p:spPr>
        <p:txBody>
          <a:bodyPr anchor="b">
            <a:normAutofit/>
          </a:bodyPr>
          <a:lstStyle/>
          <a:p>
            <a:r>
              <a:rPr lang="en-CA" sz="2200"/>
              <a:t>WordPress – Customer Check-in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0236859-7780-1451-40B8-74A77E27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6232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3272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3870BB-5A13-A830-1C44-5619DF164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4749" y="909638"/>
            <a:ext cx="5201121" cy="13180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TEAM REINTRODUCTIONS</a:t>
            </a:r>
          </a:p>
        </p:txBody>
      </p:sp>
      <p:pic>
        <p:nvPicPr>
          <p:cNvPr id="5" name="Picture 4" descr="Hands holding each other">
            <a:extLst>
              <a:ext uri="{FF2B5EF4-FFF2-40B4-BE49-F238E27FC236}">
                <a16:creationId xmlns:a16="http://schemas.microsoft.com/office/drawing/2014/main" id="{0EF38D5A-1825-3E32-6465-23B128BE23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14" r="22835" b="-1"/>
          <a:stretch>
            <a:fillRect/>
          </a:stretch>
        </p:blipFill>
        <p:spPr>
          <a:xfrm>
            <a:off x="20" y="10"/>
            <a:ext cx="5686740" cy="685799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739" y="722376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045EABDB-5CED-7466-A5F2-430BD3A49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0838" y="2236843"/>
            <a:ext cx="5201121" cy="3931920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dirty="0"/>
              <a:t>Chiemego Nwokolo</a:t>
            </a:r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dirty="0"/>
              <a:t>Chinedu Nwoye</a:t>
            </a:r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dirty="0"/>
              <a:t>Oluwatobiloba </a:t>
            </a:r>
            <a:r>
              <a:rPr lang="en-US" dirty="0" err="1"/>
              <a:t>Akinmade</a:t>
            </a:r>
            <a:endParaRPr lang="en-US" dirty="0"/>
          </a:p>
          <a:p>
            <a:pPr marL="457200" indent="-228600">
              <a:buFont typeface="Arial" panose="020B0604020202020204" pitchFamily="34" charset="0"/>
              <a:buChar char="•"/>
            </a:pPr>
            <a:r>
              <a:rPr lang="en-US" dirty="0" err="1"/>
              <a:t>AbduraRahman</a:t>
            </a:r>
            <a:r>
              <a:rPr lang="en-US" dirty="0"/>
              <a:t> Khawaja</a:t>
            </a:r>
          </a:p>
        </p:txBody>
      </p:sp>
    </p:spTree>
    <p:extLst>
      <p:ext uri="{BB962C8B-B14F-4D97-AF65-F5344CB8AC3E}">
        <p14:creationId xmlns:p14="http://schemas.microsoft.com/office/powerpoint/2010/main" val="80149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FBCCA0-5D0D-3C3A-78DE-76F6E92FD785}"/>
              </a:ext>
            </a:extLst>
          </p:cNvPr>
          <p:cNvSpPr txBox="1"/>
          <p:nvPr/>
        </p:nvSpPr>
        <p:spPr>
          <a:xfrm>
            <a:off x="1219200" y="1140542"/>
            <a:ext cx="952745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6000" b="1" dirty="0"/>
              <a:t>REITERATION OF ENVISIONED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4000" dirty="0"/>
              <a:t>Northstar Customers: Individuals living with autism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4000" dirty="0"/>
              <a:t>Carryover Customers: Donors and Volunteers.</a:t>
            </a:r>
          </a:p>
        </p:txBody>
      </p:sp>
    </p:spTree>
    <p:extLst>
      <p:ext uri="{BB962C8B-B14F-4D97-AF65-F5344CB8AC3E}">
        <p14:creationId xmlns:p14="http://schemas.microsoft.com/office/powerpoint/2010/main" val="978781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6CE078-5065-5B6D-A227-AE5B5834C6CE}"/>
              </a:ext>
            </a:extLst>
          </p:cNvPr>
          <p:cNvSpPr txBox="1"/>
          <p:nvPr/>
        </p:nvSpPr>
        <p:spPr>
          <a:xfrm>
            <a:off x="8170992" y="719453"/>
            <a:ext cx="3676397" cy="3070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cap="all" spc="30">
                <a:latin typeface="+mj-lt"/>
                <a:ea typeface="+mj-ea"/>
                <a:cs typeface="+mj-cs"/>
              </a:rPr>
              <a:t>NOW FOR THE FUN PART!!</a:t>
            </a:r>
          </a:p>
        </p:txBody>
      </p:sp>
      <p:pic>
        <p:nvPicPr>
          <p:cNvPr id="4" name="Graphic 3" descr="Angel face outline with solid fill">
            <a:extLst>
              <a:ext uri="{FF2B5EF4-FFF2-40B4-BE49-F238E27FC236}">
                <a16:creationId xmlns:a16="http://schemas.microsoft.com/office/drawing/2014/main" id="{00B36357-B345-C0DB-9F33-BEF12DEAE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6499" y="719453"/>
            <a:ext cx="5528361" cy="552836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75769" y="4053540"/>
            <a:ext cx="9144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2977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69587A-716F-AC07-319B-24BB8595CE25}"/>
              </a:ext>
            </a:extLst>
          </p:cNvPr>
          <p:cNvSpPr txBox="1"/>
          <p:nvPr/>
        </p:nvSpPr>
        <p:spPr>
          <a:xfrm>
            <a:off x="695324" y="871758"/>
            <a:ext cx="10283452" cy="38711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9600" cap="all" spc="30" dirty="0">
                <a:latin typeface="+mj-lt"/>
                <a:ea typeface="+mj-ea"/>
                <a:cs typeface="+mj-cs"/>
                <a:hlinkClick r:id="rId3"/>
              </a:rPr>
              <a:t>WORDPRESS DEMO</a:t>
            </a:r>
            <a:endParaRPr lang="en-US" sz="9600" cap="all" spc="30" dirty="0"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6051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198432-0B55-0D3B-FDEF-9D244CE8EA03}"/>
              </a:ext>
            </a:extLst>
          </p:cNvPr>
          <p:cNvSpPr txBox="1"/>
          <p:nvPr/>
        </p:nvSpPr>
        <p:spPr>
          <a:xfrm>
            <a:off x="963561" y="973394"/>
            <a:ext cx="103730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5400" b="1"/>
              <a:t>QUESTION AND FEEDBACK</a:t>
            </a:r>
            <a:endParaRPr lang="en-CA" sz="5400" b="1" dirty="0"/>
          </a:p>
        </p:txBody>
      </p:sp>
    </p:spTree>
    <p:extLst>
      <p:ext uri="{BB962C8B-B14F-4D97-AF65-F5344CB8AC3E}">
        <p14:creationId xmlns:p14="http://schemas.microsoft.com/office/powerpoint/2010/main" val="442132967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424</TotalTime>
  <Words>56</Words>
  <Application>Microsoft Office PowerPoint</Application>
  <PresentationFormat>Widescreen</PresentationFormat>
  <Paragraphs>15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Calisto MT</vt:lpstr>
      <vt:lpstr>Neue Haas Grotesk Text Pro</vt:lpstr>
      <vt:lpstr>Univers Condensed</vt:lpstr>
      <vt:lpstr>ChronicleVTI</vt:lpstr>
      <vt:lpstr>ENSE 271 PROJECT</vt:lpstr>
      <vt:lpstr>TEAM REINTRODUCTIONS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Chiemego Nwokolo</dc:creator>
  <cp:lastModifiedBy>Chiemego Nwokolo</cp:lastModifiedBy>
  <cp:revision>1</cp:revision>
  <dcterms:created xsi:type="dcterms:W3CDTF">2025-12-05T09:22:39Z</dcterms:created>
  <dcterms:modified xsi:type="dcterms:W3CDTF">2025-12-05T16:27:06Z</dcterms:modified>
</cp:coreProperties>
</file>